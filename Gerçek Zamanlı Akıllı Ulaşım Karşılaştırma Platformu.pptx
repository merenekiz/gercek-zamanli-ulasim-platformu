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nton" charset="1" panose="00000500000000000000"/>
      <p:regular r:id="rId18"/>
    </p:embeddedFon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3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-1513246" y="-304924"/>
            <a:ext cx="10935766" cy="10896847"/>
            <a:chOff x="0" y="0"/>
            <a:chExt cx="2880202" cy="28699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80202" cy="2869952"/>
            </a:xfrm>
            <a:custGeom>
              <a:avLst/>
              <a:gdLst/>
              <a:ahLst/>
              <a:cxnLst/>
              <a:rect r="r" b="b" t="t" l="l"/>
              <a:pathLst>
                <a:path h="2869952" w="2880202">
                  <a:moveTo>
                    <a:pt x="0" y="0"/>
                  </a:moveTo>
                  <a:lnTo>
                    <a:pt x="2880202" y="0"/>
                  </a:lnTo>
                  <a:lnTo>
                    <a:pt x="2880202" y="2869952"/>
                  </a:lnTo>
                  <a:lnTo>
                    <a:pt x="0" y="286995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880202" cy="2927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399999">
            <a:off x="9320785" y="465034"/>
            <a:ext cx="10935766" cy="8708166"/>
            <a:chOff x="0" y="0"/>
            <a:chExt cx="2880202" cy="22935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0202" cy="2293509"/>
            </a:xfrm>
            <a:custGeom>
              <a:avLst/>
              <a:gdLst/>
              <a:ahLst/>
              <a:cxnLst/>
              <a:rect r="r" b="b" t="t" l="l"/>
              <a:pathLst>
                <a:path h="2293509" w="2880202">
                  <a:moveTo>
                    <a:pt x="0" y="0"/>
                  </a:moveTo>
                  <a:lnTo>
                    <a:pt x="2880202" y="0"/>
                  </a:lnTo>
                  <a:lnTo>
                    <a:pt x="2880202" y="2293509"/>
                  </a:lnTo>
                  <a:lnTo>
                    <a:pt x="0" y="2293509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880202" cy="2350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5487" y="1318067"/>
            <a:ext cx="7997458" cy="7557950"/>
            <a:chOff x="0" y="0"/>
            <a:chExt cx="1328622" cy="12556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8622" cy="1255606"/>
            </a:xfrm>
            <a:custGeom>
              <a:avLst/>
              <a:gdLst/>
              <a:ahLst/>
              <a:cxnLst/>
              <a:rect r="r" b="b" t="t" l="l"/>
              <a:pathLst>
                <a:path h="1255606" w="1328622">
                  <a:moveTo>
                    <a:pt x="96805" y="0"/>
                  </a:moveTo>
                  <a:lnTo>
                    <a:pt x="1231817" y="0"/>
                  </a:lnTo>
                  <a:cubicBezTo>
                    <a:pt x="1257491" y="0"/>
                    <a:pt x="1282114" y="10199"/>
                    <a:pt x="1300268" y="28353"/>
                  </a:cubicBezTo>
                  <a:cubicBezTo>
                    <a:pt x="1318423" y="46508"/>
                    <a:pt x="1328622" y="71131"/>
                    <a:pt x="1328622" y="96805"/>
                  </a:cubicBezTo>
                  <a:lnTo>
                    <a:pt x="1328622" y="1158801"/>
                  </a:lnTo>
                  <a:cubicBezTo>
                    <a:pt x="1328622" y="1184475"/>
                    <a:pt x="1318423" y="1209098"/>
                    <a:pt x="1300268" y="1227252"/>
                  </a:cubicBezTo>
                  <a:cubicBezTo>
                    <a:pt x="1282114" y="1245407"/>
                    <a:pt x="1257491" y="1255606"/>
                    <a:pt x="1231817" y="1255606"/>
                  </a:cubicBezTo>
                  <a:lnTo>
                    <a:pt x="96805" y="1255606"/>
                  </a:lnTo>
                  <a:cubicBezTo>
                    <a:pt x="71131" y="1255606"/>
                    <a:pt x="46508" y="1245407"/>
                    <a:pt x="28353" y="1227252"/>
                  </a:cubicBezTo>
                  <a:cubicBezTo>
                    <a:pt x="10199" y="1209098"/>
                    <a:pt x="0" y="1184475"/>
                    <a:pt x="0" y="1158801"/>
                  </a:cubicBezTo>
                  <a:lnTo>
                    <a:pt x="0" y="96805"/>
                  </a:lnTo>
                  <a:cubicBezTo>
                    <a:pt x="0" y="71131"/>
                    <a:pt x="10199" y="46508"/>
                    <a:pt x="28353" y="28353"/>
                  </a:cubicBezTo>
                  <a:cubicBezTo>
                    <a:pt x="46508" y="10199"/>
                    <a:pt x="71131" y="0"/>
                    <a:pt x="96805" y="0"/>
                  </a:cubicBezTo>
                  <a:close/>
                </a:path>
              </a:pathLst>
            </a:custGeom>
            <a:blipFill>
              <a:blip r:embed="rId3"/>
              <a:stretch>
                <a:fillRect l="-21007" t="0" r="-21007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true" flipV="false" rot="0">
            <a:off x="7888774" y="1028700"/>
            <a:ext cx="915906" cy="440780"/>
          </a:xfrm>
          <a:custGeom>
            <a:avLst/>
            <a:gdLst/>
            <a:ahLst/>
            <a:cxnLst/>
            <a:rect r="r" b="b" t="t" l="l"/>
            <a:pathLst>
              <a:path h="440780" w="915906">
                <a:moveTo>
                  <a:pt x="915905" y="0"/>
                </a:moveTo>
                <a:lnTo>
                  <a:pt x="0" y="0"/>
                </a:lnTo>
                <a:lnTo>
                  <a:pt x="0" y="440780"/>
                </a:lnTo>
                <a:lnTo>
                  <a:pt x="915905" y="440780"/>
                </a:lnTo>
                <a:lnTo>
                  <a:pt x="9159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415896" y="6928347"/>
            <a:ext cx="9220575" cy="731268"/>
            <a:chOff x="0" y="0"/>
            <a:chExt cx="2926842" cy="2321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26842" cy="232123"/>
            </a:xfrm>
            <a:custGeom>
              <a:avLst/>
              <a:gdLst/>
              <a:ahLst/>
              <a:cxnLst/>
              <a:rect r="r" b="b" t="t" l="l"/>
              <a:pathLst>
                <a:path h="232123" w="2926842">
                  <a:moveTo>
                    <a:pt x="15113" y="0"/>
                  </a:moveTo>
                  <a:lnTo>
                    <a:pt x="2911728" y="0"/>
                  </a:lnTo>
                  <a:cubicBezTo>
                    <a:pt x="2915736" y="0"/>
                    <a:pt x="2919581" y="1592"/>
                    <a:pt x="2922415" y="4427"/>
                  </a:cubicBezTo>
                  <a:cubicBezTo>
                    <a:pt x="2925249" y="7261"/>
                    <a:pt x="2926842" y="11105"/>
                    <a:pt x="2926842" y="15113"/>
                  </a:cubicBezTo>
                  <a:lnTo>
                    <a:pt x="2926842" y="217009"/>
                  </a:lnTo>
                  <a:cubicBezTo>
                    <a:pt x="2926842" y="225356"/>
                    <a:pt x="2920075" y="232123"/>
                    <a:pt x="2911728" y="232123"/>
                  </a:cubicBezTo>
                  <a:lnTo>
                    <a:pt x="15113" y="232123"/>
                  </a:lnTo>
                  <a:cubicBezTo>
                    <a:pt x="6767" y="232123"/>
                    <a:pt x="0" y="225356"/>
                    <a:pt x="0" y="217009"/>
                  </a:cubicBezTo>
                  <a:lnTo>
                    <a:pt x="0" y="15113"/>
                  </a:lnTo>
                  <a:cubicBezTo>
                    <a:pt x="0" y="6767"/>
                    <a:pt x="6767" y="0"/>
                    <a:pt x="15113" y="0"/>
                  </a:cubicBezTo>
                  <a:close/>
                </a:path>
              </a:pathLst>
            </a:custGeom>
            <a:solidFill>
              <a:srgbClr val="FF9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926842" cy="289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399999">
            <a:off x="11613003" y="3902900"/>
            <a:ext cx="10935766" cy="2604728"/>
            <a:chOff x="0" y="0"/>
            <a:chExt cx="2880202" cy="6860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80202" cy="686019"/>
            </a:xfrm>
            <a:custGeom>
              <a:avLst/>
              <a:gdLst/>
              <a:ahLst/>
              <a:cxnLst/>
              <a:rect r="r" b="b" t="t" l="l"/>
              <a:pathLst>
                <a:path h="686019" w="2880202">
                  <a:moveTo>
                    <a:pt x="0" y="0"/>
                  </a:moveTo>
                  <a:lnTo>
                    <a:pt x="2880202" y="0"/>
                  </a:lnTo>
                  <a:lnTo>
                    <a:pt x="2880202" y="686019"/>
                  </a:lnTo>
                  <a:lnTo>
                    <a:pt x="0" y="686019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880202" cy="743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2147279"/>
            <a:ext cx="7775979" cy="377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7"/>
              </a:lnSpc>
            </a:pPr>
            <a:r>
              <a:rPr lang="en-US" sz="736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GERÇEK ZAMANLI AKILLI ULAŞIM KARŞILAŞTIRMA PLATFORMU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125033" y="9072050"/>
            <a:ext cx="2278028" cy="80401"/>
            <a:chOff x="0" y="0"/>
            <a:chExt cx="723103" cy="255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3103" cy="25521"/>
            </a:xfrm>
            <a:custGeom>
              <a:avLst/>
              <a:gdLst/>
              <a:ahLst/>
              <a:cxnLst/>
              <a:rect r="r" b="b" t="t" l="l"/>
              <a:pathLst>
                <a:path h="25521" w="723103">
                  <a:moveTo>
                    <a:pt x="12761" y="0"/>
                  </a:moveTo>
                  <a:lnTo>
                    <a:pt x="710342" y="0"/>
                  </a:lnTo>
                  <a:cubicBezTo>
                    <a:pt x="713727" y="0"/>
                    <a:pt x="716973" y="1344"/>
                    <a:pt x="719366" y="3737"/>
                  </a:cubicBezTo>
                  <a:cubicBezTo>
                    <a:pt x="721759" y="6131"/>
                    <a:pt x="723103" y="9376"/>
                    <a:pt x="723103" y="12761"/>
                  </a:cubicBezTo>
                  <a:lnTo>
                    <a:pt x="723103" y="12761"/>
                  </a:lnTo>
                  <a:cubicBezTo>
                    <a:pt x="723103" y="19808"/>
                    <a:pt x="717390" y="25521"/>
                    <a:pt x="710342" y="25521"/>
                  </a:cubicBezTo>
                  <a:lnTo>
                    <a:pt x="12761" y="25521"/>
                  </a:lnTo>
                  <a:cubicBezTo>
                    <a:pt x="9376" y="25521"/>
                    <a:pt x="6131" y="24177"/>
                    <a:pt x="3737" y="21784"/>
                  </a:cubicBezTo>
                  <a:cubicBezTo>
                    <a:pt x="1344" y="19391"/>
                    <a:pt x="0" y="16145"/>
                    <a:pt x="0" y="12761"/>
                  </a:cubicBezTo>
                  <a:lnTo>
                    <a:pt x="0" y="12761"/>
                  </a:lnTo>
                  <a:cubicBezTo>
                    <a:pt x="0" y="9376"/>
                    <a:pt x="1344" y="6131"/>
                    <a:pt x="3737" y="3737"/>
                  </a:cubicBezTo>
                  <a:cubicBezTo>
                    <a:pt x="6131" y="1344"/>
                    <a:pt x="9376" y="0"/>
                    <a:pt x="1276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723103" cy="8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5751" y="-585553"/>
            <a:ext cx="19070980" cy="6251702"/>
          </a:xfrm>
          <a:custGeom>
            <a:avLst/>
            <a:gdLst/>
            <a:ahLst/>
            <a:cxnLst/>
            <a:rect r="r" b="b" t="t" l="l"/>
            <a:pathLst>
              <a:path h="6251702" w="19070980">
                <a:moveTo>
                  <a:pt x="0" y="0"/>
                </a:moveTo>
                <a:lnTo>
                  <a:pt x="19070980" y="0"/>
                </a:lnTo>
                <a:lnTo>
                  <a:pt x="19070980" y="6251702"/>
                </a:lnTo>
                <a:lnTo>
                  <a:pt x="0" y="6251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-91650" r="0" b="-1159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799999">
            <a:off x="-1094938" y="1109787"/>
            <a:ext cx="20989354" cy="4575412"/>
            <a:chOff x="0" y="0"/>
            <a:chExt cx="5528060" cy="12050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28060" cy="1205047"/>
            </a:xfrm>
            <a:custGeom>
              <a:avLst/>
              <a:gdLst/>
              <a:ahLst/>
              <a:cxnLst/>
              <a:rect r="r" b="b" t="t" l="l"/>
              <a:pathLst>
                <a:path h="1205047" w="5528060">
                  <a:moveTo>
                    <a:pt x="0" y="0"/>
                  </a:moveTo>
                  <a:lnTo>
                    <a:pt x="5528060" y="0"/>
                  </a:lnTo>
                  <a:lnTo>
                    <a:pt x="5528060" y="1205047"/>
                  </a:lnTo>
                  <a:lnTo>
                    <a:pt x="0" y="1205047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528060" cy="1262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4309900"/>
            <a:ext cx="16230600" cy="4948400"/>
            <a:chOff x="0" y="0"/>
            <a:chExt cx="5151999" cy="15707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51999" cy="1570746"/>
            </a:xfrm>
            <a:custGeom>
              <a:avLst/>
              <a:gdLst/>
              <a:ahLst/>
              <a:cxnLst/>
              <a:rect r="r" b="b" t="t" l="l"/>
              <a:pathLst>
                <a:path h="1570746" w="5151999">
                  <a:moveTo>
                    <a:pt x="23850" y="0"/>
                  </a:moveTo>
                  <a:lnTo>
                    <a:pt x="5128149" y="0"/>
                  </a:lnTo>
                  <a:cubicBezTo>
                    <a:pt x="5134475" y="0"/>
                    <a:pt x="5140541" y="2513"/>
                    <a:pt x="5145013" y="6985"/>
                  </a:cubicBezTo>
                  <a:cubicBezTo>
                    <a:pt x="5149486" y="11458"/>
                    <a:pt x="5151999" y="17524"/>
                    <a:pt x="5151999" y="23850"/>
                  </a:cubicBezTo>
                  <a:lnTo>
                    <a:pt x="5151999" y="1546896"/>
                  </a:lnTo>
                  <a:cubicBezTo>
                    <a:pt x="5151999" y="1553222"/>
                    <a:pt x="5149486" y="1559288"/>
                    <a:pt x="5145013" y="1563761"/>
                  </a:cubicBezTo>
                  <a:cubicBezTo>
                    <a:pt x="5140541" y="1568234"/>
                    <a:pt x="5134475" y="1570746"/>
                    <a:pt x="5128149" y="1570746"/>
                  </a:cubicBezTo>
                  <a:lnTo>
                    <a:pt x="23850" y="1570746"/>
                  </a:lnTo>
                  <a:cubicBezTo>
                    <a:pt x="17524" y="1570746"/>
                    <a:pt x="11458" y="1568234"/>
                    <a:pt x="6985" y="1563761"/>
                  </a:cubicBezTo>
                  <a:cubicBezTo>
                    <a:pt x="2513" y="1559288"/>
                    <a:pt x="0" y="1553222"/>
                    <a:pt x="0" y="1546896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solidFill>
              <a:srgbClr val="E6DBC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51999" cy="1627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798895" y="2293899"/>
            <a:ext cx="8214833" cy="8584081"/>
            <a:chOff x="0" y="0"/>
            <a:chExt cx="1253353" cy="13096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3353" cy="1309690"/>
            </a:xfrm>
            <a:custGeom>
              <a:avLst/>
              <a:gdLst/>
              <a:ahLst/>
              <a:cxnLst/>
              <a:rect r="r" b="b" t="t" l="l"/>
              <a:pathLst>
                <a:path h="1309690" w="1253353">
                  <a:moveTo>
                    <a:pt x="47122" y="0"/>
                  </a:moveTo>
                  <a:lnTo>
                    <a:pt x="1206231" y="0"/>
                  </a:lnTo>
                  <a:cubicBezTo>
                    <a:pt x="1218729" y="0"/>
                    <a:pt x="1230714" y="4965"/>
                    <a:pt x="1239551" y="13802"/>
                  </a:cubicBezTo>
                  <a:cubicBezTo>
                    <a:pt x="1248388" y="22639"/>
                    <a:pt x="1253353" y="34624"/>
                    <a:pt x="1253353" y="47122"/>
                  </a:cubicBezTo>
                  <a:lnTo>
                    <a:pt x="1253353" y="1262568"/>
                  </a:lnTo>
                  <a:cubicBezTo>
                    <a:pt x="1253353" y="1288593"/>
                    <a:pt x="1232256" y="1309690"/>
                    <a:pt x="1206231" y="1309690"/>
                  </a:cubicBezTo>
                  <a:lnTo>
                    <a:pt x="47122" y="1309690"/>
                  </a:lnTo>
                  <a:cubicBezTo>
                    <a:pt x="21097" y="1309690"/>
                    <a:pt x="0" y="1288593"/>
                    <a:pt x="0" y="1262568"/>
                  </a:cubicBezTo>
                  <a:lnTo>
                    <a:pt x="0" y="47122"/>
                  </a:lnTo>
                  <a:cubicBezTo>
                    <a:pt x="0" y="21097"/>
                    <a:pt x="21097" y="0"/>
                    <a:pt x="47122" y="0"/>
                  </a:cubicBezTo>
                  <a:close/>
                </a:path>
              </a:pathLst>
            </a:custGeom>
            <a:blipFill>
              <a:blip r:embed="rId3"/>
              <a:stretch>
                <a:fillRect l="-19747" t="0" r="-1974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510034" y="8702524"/>
            <a:ext cx="2358349" cy="80401"/>
            <a:chOff x="0" y="0"/>
            <a:chExt cx="748599" cy="255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8599" cy="25521"/>
            </a:xfrm>
            <a:custGeom>
              <a:avLst/>
              <a:gdLst/>
              <a:ahLst/>
              <a:cxnLst/>
              <a:rect r="r" b="b" t="t" l="l"/>
              <a:pathLst>
                <a:path h="25521" w="748599">
                  <a:moveTo>
                    <a:pt x="12761" y="0"/>
                  </a:moveTo>
                  <a:lnTo>
                    <a:pt x="735839" y="0"/>
                  </a:lnTo>
                  <a:cubicBezTo>
                    <a:pt x="742886" y="0"/>
                    <a:pt x="748599" y="5713"/>
                    <a:pt x="748599" y="12761"/>
                  </a:cubicBezTo>
                  <a:lnTo>
                    <a:pt x="748599" y="12761"/>
                  </a:lnTo>
                  <a:cubicBezTo>
                    <a:pt x="748599" y="16145"/>
                    <a:pt x="747255" y="19391"/>
                    <a:pt x="744862" y="21784"/>
                  </a:cubicBezTo>
                  <a:cubicBezTo>
                    <a:pt x="742469" y="24177"/>
                    <a:pt x="739223" y="25521"/>
                    <a:pt x="735839" y="25521"/>
                  </a:cubicBezTo>
                  <a:lnTo>
                    <a:pt x="12761" y="25521"/>
                  </a:lnTo>
                  <a:cubicBezTo>
                    <a:pt x="9376" y="25521"/>
                    <a:pt x="6131" y="24177"/>
                    <a:pt x="3737" y="21784"/>
                  </a:cubicBezTo>
                  <a:cubicBezTo>
                    <a:pt x="1344" y="19391"/>
                    <a:pt x="0" y="16145"/>
                    <a:pt x="0" y="12761"/>
                  </a:cubicBezTo>
                  <a:lnTo>
                    <a:pt x="0" y="12761"/>
                  </a:lnTo>
                  <a:cubicBezTo>
                    <a:pt x="0" y="9376"/>
                    <a:pt x="1344" y="6131"/>
                    <a:pt x="3737" y="3737"/>
                  </a:cubicBezTo>
                  <a:cubicBezTo>
                    <a:pt x="6131" y="1344"/>
                    <a:pt x="9376" y="0"/>
                    <a:pt x="1276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48599" cy="82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40774" y="4767690"/>
            <a:ext cx="8221468" cy="87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6"/>
              </a:lnSpc>
            </a:pPr>
            <a:r>
              <a:rPr lang="en-US" sz="338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GERÇEK ZAMANLI AKILLI ULAŞIM KA</a:t>
            </a:r>
            <a:r>
              <a:rPr lang="en-US" sz="338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RŞILAŞTIRMA PLATFORMU NEDIR?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40774" y="6215008"/>
            <a:ext cx="8677712" cy="1413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9"/>
              </a:lnSpc>
            </a:pP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 pr</a:t>
            </a: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oje, kullanıcıların gitmek istedikleri hedef nokta için ulaşım fiyatlarını</a:t>
            </a: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ve sürelerini karşılaştırmalı olarak görebilmelerini sağlayan bir sistemdir.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40774" y="2484399"/>
            <a:ext cx="8677712" cy="141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1"/>
              </a:lnSpc>
            </a:pPr>
            <a:r>
              <a:rPr lang="en-US" sz="1053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PROJEMIZ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140774" y="1090737"/>
            <a:ext cx="2006453" cy="304172"/>
          </a:xfrm>
          <a:custGeom>
            <a:avLst/>
            <a:gdLst/>
            <a:ahLst/>
            <a:cxnLst/>
            <a:rect r="r" b="b" t="t" l="l"/>
            <a:pathLst>
              <a:path h="304172" w="2006453">
                <a:moveTo>
                  <a:pt x="0" y="0"/>
                </a:moveTo>
                <a:lnTo>
                  <a:pt x="2006452" y="0"/>
                </a:lnTo>
                <a:lnTo>
                  <a:pt x="2006452" y="304172"/>
                </a:lnTo>
                <a:lnTo>
                  <a:pt x="0" y="304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0745" t="0" r="0" b="-1356137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6976690" y="1030733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12997" y="-401685"/>
            <a:ext cx="18600997" cy="4926060"/>
          </a:xfrm>
          <a:custGeom>
            <a:avLst/>
            <a:gdLst/>
            <a:ahLst/>
            <a:cxnLst/>
            <a:rect r="r" b="b" t="t" l="l"/>
            <a:pathLst>
              <a:path h="4926060" w="18600997">
                <a:moveTo>
                  <a:pt x="18600997" y="0"/>
                </a:moveTo>
                <a:lnTo>
                  <a:pt x="0" y="0"/>
                </a:lnTo>
                <a:lnTo>
                  <a:pt x="0" y="4926060"/>
                </a:lnTo>
                <a:lnTo>
                  <a:pt x="18600997" y="4926060"/>
                </a:lnTo>
                <a:lnTo>
                  <a:pt x="18600997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-1057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799999">
            <a:off x="-596181" y="1607435"/>
            <a:ext cx="19480362" cy="2916940"/>
            <a:chOff x="0" y="0"/>
            <a:chExt cx="5130630" cy="768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0630" cy="768248"/>
            </a:xfrm>
            <a:custGeom>
              <a:avLst/>
              <a:gdLst/>
              <a:ahLst/>
              <a:cxnLst/>
              <a:rect r="r" b="b" t="t" l="l"/>
              <a:pathLst>
                <a:path h="768248" w="5130630">
                  <a:moveTo>
                    <a:pt x="0" y="0"/>
                  </a:moveTo>
                  <a:lnTo>
                    <a:pt x="5130630" y="0"/>
                  </a:lnTo>
                  <a:lnTo>
                    <a:pt x="5130630" y="768248"/>
                  </a:lnTo>
                  <a:lnTo>
                    <a:pt x="0" y="768248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0630" cy="825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77497" y="4146952"/>
            <a:ext cx="8255224" cy="5111348"/>
            <a:chOff x="0" y="0"/>
            <a:chExt cx="1314584" cy="8139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4584" cy="813945"/>
            </a:xfrm>
            <a:custGeom>
              <a:avLst/>
              <a:gdLst/>
              <a:ahLst/>
              <a:cxnLst/>
              <a:rect r="r" b="b" t="t" l="l"/>
              <a:pathLst>
                <a:path h="813945" w="1314584">
                  <a:moveTo>
                    <a:pt x="46891" y="0"/>
                  </a:moveTo>
                  <a:lnTo>
                    <a:pt x="1267693" y="0"/>
                  </a:lnTo>
                  <a:cubicBezTo>
                    <a:pt x="1293590" y="0"/>
                    <a:pt x="1314584" y="20994"/>
                    <a:pt x="1314584" y="46891"/>
                  </a:cubicBezTo>
                  <a:lnTo>
                    <a:pt x="1314584" y="767054"/>
                  </a:lnTo>
                  <a:cubicBezTo>
                    <a:pt x="1314584" y="792951"/>
                    <a:pt x="1293590" y="813945"/>
                    <a:pt x="1267693" y="813945"/>
                  </a:cubicBezTo>
                  <a:lnTo>
                    <a:pt x="46891" y="813945"/>
                  </a:lnTo>
                  <a:cubicBezTo>
                    <a:pt x="20994" y="813945"/>
                    <a:pt x="0" y="792951"/>
                    <a:pt x="0" y="767054"/>
                  </a:cubicBezTo>
                  <a:lnTo>
                    <a:pt x="0" y="46891"/>
                  </a:lnTo>
                  <a:cubicBezTo>
                    <a:pt x="0" y="20994"/>
                    <a:pt x="20994" y="0"/>
                    <a:pt x="46891" y="0"/>
                  </a:cubicBezTo>
                  <a:close/>
                </a:path>
              </a:pathLst>
            </a:custGeom>
            <a:blipFill>
              <a:blip r:embed="rId3"/>
              <a:stretch>
                <a:fillRect l="-3921" t="-14907" r="-286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4200282"/>
            <a:ext cx="2594784" cy="854054"/>
            <a:chOff x="0" y="0"/>
            <a:chExt cx="1056333" cy="3476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333" cy="347684"/>
            </a:xfrm>
            <a:custGeom>
              <a:avLst/>
              <a:gdLst/>
              <a:ahLst/>
              <a:cxnLst/>
              <a:rect r="r" b="b" t="t" l="l"/>
              <a:pathLst>
                <a:path h="347684" w="1056333">
                  <a:moveTo>
                    <a:pt x="53706" y="0"/>
                  </a:moveTo>
                  <a:lnTo>
                    <a:pt x="1002627" y="0"/>
                  </a:lnTo>
                  <a:cubicBezTo>
                    <a:pt x="1032288" y="0"/>
                    <a:pt x="1056333" y="24045"/>
                    <a:pt x="1056333" y="53706"/>
                  </a:cubicBezTo>
                  <a:lnTo>
                    <a:pt x="1056333" y="293979"/>
                  </a:lnTo>
                  <a:cubicBezTo>
                    <a:pt x="1056333" y="323639"/>
                    <a:pt x="1032288" y="347684"/>
                    <a:pt x="1002627" y="347684"/>
                  </a:cubicBezTo>
                  <a:lnTo>
                    <a:pt x="53706" y="347684"/>
                  </a:lnTo>
                  <a:cubicBezTo>
                    <a:pt x="24045" y="347684"/>
                    <a:pt x="0" y="323639"/>
                    <a:pt x="0" y="293979"/>
                  </a:cubicBezTo>
                  <a:lnTo>
                    <a:pt x="0" y="53706"/>
                  </a:lnTo>
                  <a:cubicBezTo>
                    <a:pt x="0" y="24045"/>
                    <a:pt x="24045" y="0"/>
                    <a:pt x="53706" y="0"/>
                  </a:cubicBezTo>
                  <a:close/>
                </a:path>
              </a:pathLst>
            </a:custGeom>
            <a:solidFill>
              <a:srgbClr val="FF9C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1056333" cy="433409"/>
            </a:xfrm>
            <a:prstGeom prst="rect">
              <a:avLst/>
            </a:prstGeom>
          </p:spPr>
          <p:txBody>
            <a:bodyPr anchor="ctr" rtlCol="false" tIns="47622" lIns="47622" bIns="47622" rIns="47622"/>
            <a:lstStyle/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61609" y="4337452"/>
            <a:ext cx="2591512" cy="570188"/>
            <a:chOff x="0" y="0"/>
            <a:chExt cx="1055001" cy="2321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5001" cy="232123"/>
            </a:xfrm>
            <a:custGeom>
              <a:avLst/>
              <a:gdLst/>
              <a:ahLst/>
              <a:cxnLst/>
              <a:rect r="r" b="b" t="t" l="l"/>
              <a:pathLst>
                <a:path h="232123" w="1055001">
                  <a:moveTo>
                    <a:pt x="53773" y="0"/>
                  </a:moveTo>
                  <a:lnTo>
                    <a:pt x="1001227" y="0"/>
                  </a:lnTo>
                  <a:cubicBezTo>
                    <a:pt x="1030926" y="0"/>
                    <a:pt x="1055001" y="24075"/>
                    <a:pt x="1055001" y="53773"/>
                  </a:cubicBezTo>
                  <a:lnTo>
                    <a:pt x="1055001" y="178349"/>
                  </a:lnTo>
                  <a:cubicBezTo>
                    <a:pt x="1055001" y="208048"/>
                    <a:pt x="1030926" y="232123"/>
                    <a:pt x="1001227" y="232123"/>
                  </a:cubicBezTo>
                  <a:lnTo>
                    <a:pt x="53773" y="232123"/>
                  </a:lnTo>
                  <a:cubicBezTo>
                    <a:pt x="24075" y="232123"/>
                    <a:pt x="0" y="208048"/>
                    <a:pt x="0" y="178349"/>
                  </a:cubicBezTo>
                  <a:lnTo>
                    <a:pt x="0" y="53773"/>
                  </a:lnTo>
                  <a:cubicBezTo>
                    <a:pt x="0" y="24075"/>
                    <a:pt x="24075" y="0"/>
                    <a:pt x="53773" y="0"/>
                  </a:cubicBezTo>
                  <a:close/>
                </a:path>
              </a:pathLst>
            </a:custGeom>
            <a:solidFill>
              <a:srgbClr val="FF9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055001" cy="317848"/>
            </a:xfrm>
            <a:prstGeom prst="rect">
              <a:avLst/>
            </a:prstGeom>
          </p:spPr>
          <p:txBody>
            <a:bodyPr anchor="ctr" rtlCol="false" tIns="47622" lIns="47622" bIns="47622" rIns="47622"/>
            <a:lstStyle/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94518" y="4337452"/>
            <a:ext cx="2591512" cy="570188"/>
            <a:chOff x="0" y="0"/>
            <a:chExt cx="1055001" cy="2321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5001" cy="232123"/>
            </a:xfrm>
            <a:custGeom>
              <a:avLst/>
              <a:gdLst/>
              <a:ahLst/>
              <a:cxnLst/>
              <a:rect r="r" b="b" t="t" l="l"/>
              <a:pathLst>
                <a:path h="232123" w="1055001">
                  <a:moveTo>
                    <a:pt x="53773" y="0"/>
                  </a:moveTo>
                  <a:lnTo>
                    <a:pt x="1001227" y="0"/>
                  </a:lnTo>
                  <a:cubicBezTo>
                    <a:pt x="1030926" y="0"/>
                    <a:pt x="1055001" y="24075"/>
                    <a:pt x="1055001" y="53773"/>
                  </a:cubicBezTo>
                  <a:lnTo>
                    <a:pt x="1055001" y="178349"/>
                  </a:lnTo>
                  <a:cubicBezTo>
                    <a:pt x="1055001" y="208048"/>
                    <a:pt x="1030926" y="232123"/>
                    <a:pt x="1001227" y="232123"/>
                  </a:cubicBezTo>
                  <a:lnTo>
                    <a:pt x="53773" y="232123"/>
                  </a:lnTo>
                  <a:cubicBezTo>
                    <a:pt x="24075" y="232123"/>
                    <a:pt x="0" y="208048"/>
                    <a:pt x="0" y="178349"/>
                  </a:cubicBezTo>
                  <a:lnTo>
                    <a:pt x="0" y="53773"/>
                  </a:lnTo>
                  <a:cubicBezTo>
                    <a:pt x="0" y="24075"/>
                    <a:pt x="24075" y="0"/>
                    <a:pt x="53773" y="0"/>
                  </a:cubicBezTo>
                  <a:close/>
                </a:path>
              </a:pathLst>
            </a:custGeom>
            <a:solidFill>
              <a:srgbClr val="FF9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055001" cy="317848"/>
            </a:xfrm>
            <a:prstGeom prst="rect">
              <a:avLst/>
            </a:prstGeom>
          </p:spPr>
          <p:txBody>
            <a:bodyPr anchor="ctr" rtlCol="false" tIns="47622" lIns="47622" bIns="47622" rIns="47622"/>
            <a:lstStyle/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784707" y="9921366"/>
            <a:ext cx="20221968" cy="731268"/>
            <a:chOff x="0" y="0"/>
            <a:chExt cx="6418959" cy="2321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18959" cy="232123"/>
            </a:xfrm>
            <a:custGeom>
              <a:avLst/>
              <a:gdLst/>
              <a:ahLst/>
              <a:cxnLst/>
              <a:rect r="r" b="b" t="t" l="l"/>
              <a:pathLst>
                <a:path h="232123" w="6418959">
                  <a:moveTo>
                    <a:pt x="6891" y="0"/>
                  </a:moveTo>
                  <a:lnTo>
                    <a:pt x="6412068" y="0"/>
                  </a:lnTo>
                  <a:cubicBezTo>
                    <a:pt x="6413895" y="0"/>
                    <a:pt x="6415648" y="726"/>
                    <a:pt x="6416940" y="2018"/>
                  </a:cubicBezTo>
                  <a:cubicBezTo>
                    <a:pt x="6418233" y="3311"/>
                    <a:pt x="6418959" y="5064"/>
                    <a:pt x="6418959" y="6891"/>
                  </a:cubicBezTo>
                  <a:lnTo>
                    <a:pt x="6418959" y="225232"/>
                  </a:lnTo>
                  <a:cubicBezTo>
                    <a:pt x="6418959" y="227059"/>
                    <a:pt x="6418233" y="228812"/>
                    <a:pt x="6416940" y="230104"/>
                  </a:cubicBezTo>
                  <a:cubicBezTo>
                    <a:pt x="6415648" y="231397"/>
                    <a:pt x="6413895" y="232123"/>
                    <a:pt x="6412068" y="232123"/>
                  </a:cubicBezTo>
                  <a:lnTo>
                    <a:pt x="6891" y="232123"/>
                  </a:lnTo>
                  <a:cubicBezTo>
                    <a:pt x="5064" y="232123"/>
                    <a:pt x="3311" y="231397"/>
                    <a:pt x="2018" y="230104"/>
                  </a:cubicBezTo>
                  <a:cubicBezTo>
                    <a:pt x="726" y="228812"/>
                    <a:pt x="0" y="227059"/>
                    <a:pt x="0" y="225232"/>
                  </a:cubicBezTo>
                  <a:lnTo>
                    <a:pt x="0" y="6891"/>
                  </a:lnTo>
                  <a:cubicBezTo>
                    <a:pt x="0" y="5064"/>
                    <a:pt x="726" y="3311"/>
                    <a:pt x="2018" y="2018"/>
                  </a:cubicBezTo>
                  <a:cubicBezTo>
                    <a:pt x="3311" y="726"/>
                    <a:pt x="5064" y="0"/>
                    <a:pt x="68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418959" cy="289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6866792" y="9095740"/>
            <a:ext cx="2419238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8140774" y="1090737"/>
            <a:ext cx="2006453" cy="304172"/>
          </a:xfrm>
          <a:custGeom>
            <a:avLst/>
            <a:gdLst/>
            <a:ahLst/>
            <a:cxnLst/>
            <a:rect r="r" b="b" t="t" l="l"/>
            <a:pathLst>
              <a:path h="304172" w="2006453">
                <a:moveTo>
                  <a:pt x="0" y="0"/>
                </a:moveTo>
                <a:lnTo>
                  <a:pt x="2006452" y="0"/>
                </a:lnTo>
                <a:lnTo>
                  <a:pt x="2006452" y="304172"/>
                </a:lnTo>
                <a:lnTo>
                  <a:pt x="0" y="304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0745" t="0" r="0" b="-1356137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16976690" y="1030733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2446299"/>
            <a:ext cx="16230600" cy="106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Projenin Orta</a:t>
            </a: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ya Çıkış Nedeni / İhtiyaçlar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5302362"/>
            <a:ext cx="8257329" cy="3440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6"/>
              </a:lnSpc>
            </a:pPr>
            <a:r>
              <a:rPr lang="en-US" sz="21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Günümüzde şehi</a:t>
            </a:r>
            <a:r>
              <a:rPr lang="en-US" sz="21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içi ulaşımda kullanıcılar farklı ulaşım seçeneklerinin (taksi, toplu taşıma, araç paylaşımı vb.) fiyat ve süre bilgilerini ayrı</a:t>
            </a:r>
            <a:r>
              <a:rPr lang="en-US" sz="21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ayrı uygulamalardan öğrenmek zorundadır.</a:t>
            </a:r>
          </a:p>
          <a:p>
            <a:pPr algn="just">
              <a:lnSpc>
                <a:spcPts val="3036"/>
              </a:lnSpc>
            </a:pPr>
            <a:r>
              <a:rPr lang="en-US" sz="21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 durum zaman kaybına, yanlış tercihlere ve gereksiz maliyetlere neden olmaktadır.</a:t>
            </a:r>
          </a:p>
          <a:p>
            <a:pPr algn="just">
              <a:lnSpc>
                <a:spcPts val="3036"/>
              </a:lnSpc>
            </a:pPr>
            <a:r>
              <a:rPr lang="en-US" sz="21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 ihtiyaçtan yola çıkarak, tüm ulaşım seçeneklerini tek ekranda karşılaştırmalı olarak sunan bir platform geliştirilecektir.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30831" y="4297416"/>
            <a:ext cx="1790523" cy="75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TOPLU TAŞIMA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62103" y="4434586"/>
            <a:ext cx="1790523" cy="40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TAKSI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95012" y="4434586"/>
            <a:ext cx="1790523" cy="40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UBER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12997" y="-401685"/>
            <a:ext cx="18600997" cy="3731284"/>
          </a:xfrm>
          <a:custGeom>
            <a:avLst/>
            <a:gdLst/>
            <a:ahLst/>
            <a:cxnLst/>
            <a:rect r="r" b="b" t="t" l="l"/>
            <a:pathLst>
              <a:path h="3731284" w="18600997">
                <a:moveTo>
                  <a:pt x="18600997" y="0"/>
                </a:moveTo>
                <a:lnTo>
                  <a:pt x="0" y="0"/>
                </a:lnTo>
                <a:lnTo>
                  <a:pt x="0" y="3731283"/>
                </a:lnTo>
                <a:lnTo>
                  <a:pt x="18600997" y="3731283"/>
                </a:lnTo>
                <a:lnTo>
                  <a:pt x="18600997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-22607" r="0" b="-149082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799999">
            <a:off x="-596181" y="1120139"/>
            <a:ext cx="19480362" cy="2209460"/>
            <a:chOff x="0" y="0"/>
            <a:chExt cx="5130630" cy="5819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0630" cy="581915"/>
            </a:xfrm>
            <a:custGeom>
              <a:avLst/>
              <a:gdLst/>
              <a:ahLst/>
              <a:cxnLst/>
              <a:rect r="r" b="b" t="t" l="l"/>
              <a:pathLst>
                <a:path h="581915" w="5130630">
                  <a:moveTo>
                    <a:pt x="0" y="0"/>
                  </a:moveTo>
                  <a:lnTo>
                    <a:pt x="5130630" y="0"/>
                  </a:lnTo>
                  <a:lnTo>
                    <a:pt x="5130630" y="581915"/>
                  </a:lnTo>
                  <a:lnTo>
                    <a:pt x="0" y="581915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0630" cy="639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236529" y="1028700"/>
            <a:ext cx="7480950" cy="3901898"/>
            <a:chOff x="0" y="0"/>
            <a:chExt cx="1506326" cy="7856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6326" cy="785666"/>
            </a:xfrm>
            <a:custGeom>
              <a:avLst/>
              <a:gdLst/>
              <a:ahLst/>
              <a:cxnLst/>
              <a:rect r="r" b="b" t="t" l="l"/>
              <a:pathLst>
                <a:path h="785666" w="1506326">
                  <a:moveTo>
                    <a:pt x="20698" y="0"/>
                  </a:moveTo>
                  <a:lnTo>
                    <a:pt x="1485628" y="0"/>
                  </a:lnTo>
                  <a:cubicBezTo>
                    <a:pt x="1491118" y="0"/>
                    <a:pt x="1496382" y="2181"/>
                    <a:pt x="1500264" y="6062"/>
                  </a:cubicBezTo>
                  <a:cubicBezTo>
                    <a:pt x="1504145" y="9944"/>
                    <a:pt x="1506326" y="15208"/>
                    <a:pt x="1506326" y="20698"/>
                  </a:cubicBezTo>
                  <a:lnTo>
                    <a:pt x="1506326" y="764969"/>
                  </a:lnTo>
                  <a:cubicBezTo>
                    <a:pt x="1506326" y="770458"/>
                    <a:pt x="1504145" y="775722"/>
                    <a:pt x="1500264" y="779604"/>
                  </a:cubicBezTo>
                  <a:cubicBezTo>
                    <a:pt x="1496382" y="783486"/>
                    <a:pt x="1491118" y="785666"/>
                    <a:pt x="1485628" y="785666"/>
                  </a:cubicBezTo>
                  <a:lnTo>
                    <a:pt x="20698" y="785666"/>
                  </a:lnTo>
                  <a:cubicBezTo>
                    <a:pt x="15208" y="785666"/>
                    <a:pt x="9944" y="783486"/>
                    <a:pt x="6062" y="779604"/>
                  </a:cubicBezTo>
                  <a:cubicBezTo>
                    <a:pt x="2181" y="775722"/>
                    <a:pt x="0" y="770458"/>
                    <a:pt x="0" y="764969"/>
                  </a:cubicBezTo>
                  <a:lnTo>
                    <a:pt x="0" y="20698"/>
                  </a:lnTo>
                  <a:cubicBezTo>
                    <a:pt x="0" y="15208"/>
                    <a:pt x="2181" y="9944"/>
                    <a:pt x="6062" y="6062"/>
                  </a:cubicBezTo>
                  <a:cubicBezTo>
                    <a:pt x="9944" y="2181"/>
                    <a:pt x="15208" y="0"/>
                    <a:pt x="2069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7737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817396" y="5540198"/>
            <a:ext cx="19922792" cy="4454305"/>
            <a:chOff x="0" y="0"/>
            <a:chExt cx="6323993" cy="14139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23993" cy="1413908"/>
            </a:xfrm>
            <a:custGeom>
              <a:avLst/>
              <a:gdLst/>
              <a:ahLst/>
              <a:cxnLst/>
              <a:rect r="r" b="b" t="t" l="l"/>
              <a:pathLst>
                <a:path h="1413908" w="6323993">
                  <a:moveTo>
                    <a:pt x="19430" y="0"/>
                  </a:moveTo>
                  <a:lnTo>
                    <a:pt x="6304564" y="0"/>
                  </a:lnTo>
                  <a:cubicBezTo>
                    <a:pt x="6315294" y="0"/>
                    <a:pt x="6323993" y="8699"/>
                    <a:pt x="6323993" y="19430"/>
                  </a:cubicBezTo>
                  <a:lnTo>
                    <a:pt x="6323993" y="1394478"/>
                  </a:lnTo>
                  <a:cubicBezTo>
                    <a:pt x="6323993" y="1399631"/>
                    <a:pt x="6321946" y="1404573"/>
                    <a:pt x="6318303" y="1408217"/>
                  </a:cubicBezTo>
                  <a:cubicBezTo>
                    <a:pt x="6314659" y="1411861"/>
                    <a:pt x="6309717" y="1413908"/>
                    <a:pt x="6304564" y="1413908"/>
                  </a:cubicBezTo>
                  <a:lnTo>
                    <a:pt x="19430" y="1413908"/>
                  </a:lnTo>
                  <a:cubicBezTo>
                    <a:pt x="8699" y="1413908"/>
                    <a:pt x="0" y="1405209"/>
                    <a:pt x="0" y="1394478"/>
                  </a:cubicBezTo>
                  <a:lnTo>
                    <a:pt x="0" y="19430"/>
                  </a:lnTo>
                  <a:cubicBezTo>
                    <a:pt x="0" y="8699"/>
                    <a:pt x="8699" y="0"/>
                    <a:pt x="19430" y="0"/>
                  </a:cubicBezTo>
                  <a:close/>
                </a:path>
              </a:pathLst>
            </a:custGeom>
            <a:solidFill>
              <a:srgbClr val="E6DBCC">
                <a:alpha val="4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323993" cy="1471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028700" y="5989164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95425" y="5903439"/>
            <a:ext cx="5913593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b="true" sz="2800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Gerç</a:t>
            </a:r>
            <a:r>
              <a:rPr lang="en-US" b="true" sz="2800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ek</a:t>
            </a:r>
            <a:r>
              <a:rPr lang="en-US" b="true" sz="2800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Zamanlı Fiyat Takibi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571772"/>
            <a:ext cx="7709699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ullanıcıların rotaları için platformlardan anlık fiyat bilgilerini alarak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şeffaf bir karşılaştırma imkânı sağlar.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0">
            <a:off x="1028700" y="8089578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95425" y="8003853"/>
            <a:ext cx="6584538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b="true" sz="2800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Kullanıcı</a:t>
            </a:r>
            <a:r>
              <a:rPr lang="en-US" b="true" sz="2800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Deneyimini Artırma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589010"/>
            <a:ext cx="7709699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Basit v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anlaşılır bir arayüz ile, kullanıcıların ulaşım kararlarını hızlı ve bilinçli biçimde vermelerini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sağlar.</a:t>
            </a:r>
          </a:p>
        </p:txBody>
      </p:sp>
      <p:sp>
        <p:nvSpPr>
          <p:cNvPr name="Freeform 17" id="17"/>
          <p:cNvSpPr/>
          <p:nvPr/>
        </p:nvSpPr>
        <p:spPr>
          <a:xfrm flipH="true" flipV="false" rot="0">
            <a:off x="9549601" y="5979639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013186" y="5903439"/>
            <a:ext cx="6996018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b="true" sz="2800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Zaman Kaybını Önleme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49601" y="6547642"/>
            <a:ext cx="7709699" cy="134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Ulaşım seçeneklerini tek ekranda sunarak farklı uygulamalar arasında geçiş yapma ihtiyacını ortadan kaldırır ve hızlı karar alınmasını sağlar.</a:t>
            </a:r>
          </a:p>
          <a:p>
            <a:pPr algn="just">
              <a:lnSpc>
                <a:spcPts val="2659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true" flipV="false" rot="0">
            <a:off x="9549601" y="8089578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016326" y="8003853"/>
            <a:ext cx="5129290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b="true" sz="2800" spc="8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Şehir Bilgilendirme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49601" y="8589010"/>
            <a:ext cx="7709699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Hedef nokta çevresindeki gezilecek yerleri ve önemli lokasyonları kullanıcıya sunarak ulaşım planlamasını destekler.</a:t>
            </a:r>
          </a:p>
        </p:txBody>
      </p:sp>
      <p:sp>
        <p:nvSpPr>
          <p:cNvPr name="Freeform 23" id="23"/>
          <p:cNvSpPr/>
          <p:nvPr/>
        </p:nvSpPr>
        <p:spPr>
          <a:xfrm flipH="true" flipV="false" rot="0">
            <a:off x="9471626" y="1028700"/>
            <a:ext cx="385582" cy="578735"/>
          </a:xfrm>
          <a:custGeom>
            <a:avLst/>
            <a:gdLst/>
            <a:ahLst/>
            <a:cxnLst/>
            <a:rect r="r" b="b" t="t" l="l"/>
            <a:pathLst>
              <a:path h="578735" w="385582">
                <a:moveTo>
                  <a:pt x="385582" y="0"/>
                </a:moveTo>
                <a:lnTo>
                  <a:pt x="0" y="0"/>
                </a:lnTo>
                <a:lnTo>
                  <a:pt x="0" y="578735"/>
                </a:lnTo>
                <a:lnTo>
                  <a:pt x="385582" y="578735"/>
                </a:lnTo>
                <a:lnTo>
                  <a:pt x="3855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2370099"/>
            <a:ext cx="8677712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DETAYLI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3520098"/>
            <a:ext cx="8677712" cy="141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1"/>
              </a:lnSpc>
            </a:pPr>
            <a:r>
              <a:rPr lang="en-US" sz="10531">
                <a:solidFill>
                  <a:srgbClr val="FF9C00"/>
                </a:solidFill>
                <a:latin typeface="Anton"/>
                <a:ea typeface="Anton"/>
                <a:cs typeface="Anton"/>
                <a:sym typeface="Anton"/>
              </a:rPr>
              <a:t>İNCELEME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-784707" y="9921366"/>
            <a:ext cx="20221968" cy="731268"/>
            <a:chOff x="0" y="0"/>
            <a:chExt cx="6418959" cy="23212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18959" cy="232123"/>
            </a:xfrm>
            <a:custGeom>
              <a:avLst/>
              <a:gdLst/>
              <a:ahLst/>
              <a:cxnLst/>
              <a:rect r="r" b="b" t="t" l="l"/>
              <a:pathLst>
                <a:path h="232123" w="6418959">
                  <a:moveTo>
                    <a:pt x="6891" y="0"/>
                  </a:moveTo>
                  <a:lnTo>
                    <a:pt x="6412068" y="0"/>
                  </a:lnTo>
                  <a:cubicBezTo>
                    <a:pt x="6413895" y="0"/>
                    <a:pt x="6415648" y="726"/>
                    <a:pt x="6416940" y="2018"/>
                  </a:cubicBezTo>
                  <a:cubicBezTo>
                    <a:pt x="6418233" y="3311"/>
                    <a:pt x="6418959" y="5064"/>
                    <a:pt x="6418959" y="6891"/>
                  </a:cubicBezTo>
                  <a:lnTo>
                    <a:pt x="6418959" y="225232"/>
                  </a:lnTo>
                  <a:cubicBezTo>
                    <a:pt x="6418959" y="227059"/>
                    <a:pt x="6418233" y="228812"/>
                    <a:pt x="6416940" y="230104"/>
                  </a:cubicBezTo>
                  <a:cubicBezTo>
                    <a:pt x="6415648" y="231397"/>
                    <a:pt x="6413895" y="232123"/>
                    <a:pt x="6412068" y="232123"/>
                  </a:cubicBezTo>
                  <a:lnTo>
                    <a:pt x="6891" y="232123"/>
                  </a:lnTo>
                  <a:cubicBezTo>
                    <a:pt x="5064" y="232123"/>
                    <a:pt x="3311" y="231397"/>
                    <a:pt x="2018" y="230104"/>
                  </a:cubicBezTo>
                  <a:cubicBezTo>
                    <a:pt x="726" y="228812"/>
                    <a:pt x="0" y="227059"/>
                    <a:pt x="0" y="225232"/>
                  </a:cubicBezTo>
                  <a:lnTo>
                    <a:pt x="0" y="6891"/>
                  </a:lnTo>
                  <a:cubicBezTo>
                    <a:pt x="0" y="5064"/>
                    <a:pt x="726" y="3311"/>
                    <a:pt x="2018" y="2018"/>
                  </a:cubicBezTo>
                  <a:cubicBezTo>
                    <a:pt x="3311" y="726"/>
                    <a:pt x="5064" y="0"/>
                    <a:pt x="68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418959" cy="289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12997" y="-401685"/>
            <a:ext cx="18600997" cy="4926060"/>
          </a:xfrm>
          <a:custGeom>
            <a:avLst/>
            <a:gdLst/>
            <a:ahLst/>
            <a:cxnLst/>
            <a:rect r="r" b="b" t="t" l="l"/>
            <a:pathLst>
              <a:path h="4926060" w="18600997">
                <a:moveTo>
                  <a:pt x="18600997" y="0"/>
                </a:moveTo>
                <a:lnTo>
                  <a:pt x="0" y="0"/>
                </a:lnTo>
                <a:lnTo>
                  <a:pt x="0" y="4926060"/>
                </a:lnTo>
                <a:lnTo>
                  <a:pt x="18600997" y="4926060"/>
                </a:lnTo>
                <a:lnTo>
                  <a:pt x="18600997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-1057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799999">
            <a:off x="-596181" y="1607435"/>
            <a:ext cx="19480362" cy="2916940"/>
            <a:chOff x="0" y="0"/>
            <a:chExt cx="5130630" cy="768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0630" cy="768248"/>
            </a:xfrm>
            <a:custGeom>
              <a:avLst/>
              <a:gdLst/>
              <a:ahLst/>
              <a:cxnLst/>
              <a:rect r="r" b="b" t="t" l="l"/>
              <a:pathLst>
                <a:path h="768248" w="5130630">
                  <a:moveTo>
                    <a:pt x="0" y="0"/>
                  </a:moveTo>
                  <a:lnTo>
                    <a:pt x="5130630" y="0"/>
                  </a:lnTo>
                  <a:lnTo>
                    <a:pt x="5130630" y="768248"/>
                  </a:lnTo>
                  <a:lnTo>
                    <a:pt x="0" y="768248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0630" cy="825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140774" y="1090737"/>
            <a:ext cx="2006453" cy="304172"/>
          </a:xfrm>
          <a:custGeom>
            <a:avLst/>
            <a:gdLst/>
            <a:ahLst/>
            <a:cxnLst/>
            <a:rect r="r" b="b" t="t" l="l"/>
            <a:pathLst>
              <a:path h="304172" w="2006453">
                <a:moveTo>
                  <a:pt x="0" y="0"/>
                </a:moveTo>
                <a:lnTo>
                  <a:pt x="2006452" y="0"/>
                </a:lnTo>
                <a:lnTo>
                  <a:pt x="2006452" y="304172"/>
                </a:lnTo>
                <a:lnTo>
                  <a:pt x="0" y="304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745" t="0" r="0" b="-1356137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976690" y="1030733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678320" y="3065905"/>
            <a:ext cx="19922792" cy="6928598"/>
            <a:chOff x="0" y="0"/>
            <a:chExt cx="6323993" cy="21993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23993" cy="2199311"/>
            </a:xfrm>
            <a:custGeom>
              <a:avLst/>
              <a:gdLst/>
              <a:ahLst/>
              <a:cxnLst/>
              <a:rect r="r" b="b" t="t" l="l"/>
              <a:pathLst>
                <a:path h="2199311" w="6323993">
                  <a:moveTo>
                    <a:pt x="19430" y="0"/>
                  </a:moveTo>
                  <a:lnTo>
                    <a:pt x="6304564" y="0"/>
                  </a:lnTo>
                  <a:cubicBezTo>
                    <a:pt x="6315294" y="0"/>
                    <a:pt x="6323993" y="8699"/>
                    <a:pt x="6323993" y="19430"/>
                  </a:cubicBezTo>
                  <a:lnTo>
                    <a:pt x="6323993" y="2179881"/>
                  </a:lnTo>
                  <a:cubicBezTo>
                    <a:pt x="6323993" y="2185034"/>
                    <a:pt x="6321946" y="2189976"/>
                    <a:pt x="6318303" y="2193620"/>
                  </a:cubicBezTo>
                  <a:cubicBezTo>
                    <a:pt x="6314659" y="2197264"/>
                    <a:pt x="6309717" y="2199311"/>
                    <a:pt x="6304564" y="2199311"/>
                  </a:cubicBezTo>
                  <a:lnTo>
                    <a:pt x="19430" y="2199311"/>
                  </a:lnTo>
                  <a:cubicBezTo>
                    <a:pt x="8699" y="2199311"/>
                    <a:pt x="0" y="2190612"/>
                    <a:pt x="0" y="2179881"/>
                  </a:cubicBezTo>
                  <a:lnTo>
                    <a:pt x="0" y="19430"/>
                  </a:lnTo>
                  <a:cubicBezTo>
                    <a:pt x="0" y="8699"/>
                    <a:pt x="8699" y="0"/>
                    <a:pt x="19430" y="0"/>
                  </a:cubicBezTo>
                  <a:close/>
                </a:path>
              </a:pathLst>
            </a:custGeom>
            <a:solidFill>
              <a:srgbClr val="E6DBCC">
                <a:alpha val="4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323993" cy="2256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592489" y="1759835"/>
            <a:ext cx="11381174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FONKSİYONEL GEREKSİNİMLER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91797"/>
            <a:ext cx="7476744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ullanıcı Girişi ve Kaydı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Kullanıcılar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sisteme e-posta ve şifre ile kayıt olabilmeli ve giriş yapabilmeli.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719944"/>
            <a:ext cx="7476744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Hedef N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okta Belirleme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Kullanıcılar gitmek istedikleri adres veya konumu sisteme girebil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meli ve harita üzerinden doğrulayabilmeli.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616689"/>
            <a:ext cx="7476744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laşım Seçeneklerinin Karşılaştırılması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Kullanıcılar, tak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si, toplu taşıma ve araç paylaşımı gibi ulaşım seçeneklerinin fiyat ve süre bilgilerini tek ekranda karşılaştırabilmeli.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283076" y="3691797"/>
            <a:ext cx="7476744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Gerçek Zamanlı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Fiyat ve Süre Takibi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Sistem, farklı servislerden (Uber, Bolt, toplu taşıma) anlık fiyat ve süre bilgilerini alarak kullanıcıya güncel veriler sunabilmeli.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283076" y="5719944"/>
            <a:ext cx="7476744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Ş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ehir Bilg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ilendirme ve Öneriler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Kullanıcılar, seçtikleri ulaşım türüne göre en uygun rota ve tahmini varış süresini görebilmeli.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283076" y="7616689"/>
            <a:ext cx="7476744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Favo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 Rota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 ve Geçmiş Kullanım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Kullanıcılar sık kullandıkları rotaları kaydedebilmeli ve geçmiş yolculuklarını görüntüleyebilmelidir.</a:t>
            </a:r>
          </a:p>
          <a:p>
            <a:pPr algn="just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12997" y="-401685"/>
            <a:ext cx="18600997" cy="4926060"/>
          </a:xfrm>
          <a:custGeom>
            <a:avLst/>
            <a:gdLst/>
            <a:ahLst/>
            <a:cxnLst/>
            <a:rect r="r" b="b" t="t" l="l"/>
            <a:pathLst>
              <a:path h="4926060" w="18600997">
                <a:moveTo>
                  <a:pt x="18600997" y="0"/>
                </a:moveTo>
                <a:lnTo>
                  <a:pt x="0" y="0"/>
                </a:lnTo>
                <a:lnTo>
                  <a:pt x="0" y="4926060"/>
                </a:lnTo>
                <a:lnTo>
                  <a:pt x="18600997" y="4926060"/>
                </a:lnTo>
                <a:lnTo>
                  <a:pt x="18600997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-1057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799999">
            <a:off x="-596181" y="1607435"/>
            <a:ext cx="19480362" cy="2916940"/>
            <a:chOff x="0" y="0"/>
            <a:chExt cx="5130630" cy="768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0630" cy="768248"/>
            </a:xfrm>
            <a:custGeom>
              <a:avLst/>
              <a:gdLst/>
              <a:ahLst/>
              <a:cxnLst/>
              <a:rect r="r" b="b" t="t" l="l"/>
              <a:pathLst>
                <a:path h="768248" w="5130630">
                  <a:moveTo>
                    <a:pt x="0" y="0"/>
                  </a:moveTo>
                  <a:lnTo>
                    <a:pt x="5130630" y="0"/>
                  </a:lnTo>
                  <a:lnTo>
                    <a:pt x="5130630" y="768248"/>
                  </a:lnTo>
                  <a:lnTo>
                    <a:pt x="0" y="768248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0630" cy="825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140774" y="1090737"/>
            <a:ext cx="2006453" cy="304172"/>
          </a:xfrm>
          <a:custGeom>
            <a:avLst/>
            <a:gdLst/>
            <a:ahLst/>
            <a:cxnLst/>
            <a:rect r="r" b="b" t="t" l="l"/>
            <a:pathLst>
              <a:path h="304172" w="2006453">
                <a:moveTo>
                  <a:pt x="0" y="0"/>
                </a:moveTo>
                <a:lnTo>
                  <a:pt x="2006452" y="0"/>
                </a:lnTo>
                <a:lnTo>
                  <a:pt x="2006452" y="304172"/>
                </a:lnTo>
                <a:lnTo>
                  <a:pt x="0" y="304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745" t="0" r="0" b="-1356137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6976690" y="1030733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678320" y="3065905"/>
            <a:ext cx="19922792" cy="6928598"/>
            <a:chOff x="0" y="0"/>
            <a:chExt cx="6323993" cy="21993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23993" cy="2199311"/>
            </a:xfrm>
            <a:custGeom>
              <a:avLst/>
              <a:gdLst/>
              <a:ahLst/>
              <a:cxnLst/>
              <a:rect r="r" b="b" t="t" l="l"/>
              <a:pathLst>
                <a:path h="2199311" w="6323993">
                  <a:moveTo>
                    <a:pt x="19430" y="0"/>
                  </a:moveTo>
                  <a:lnTo>
                    <a:pt x="6304564" y="0"/>
                  </a:lnTo>
                  <a:cubicBezTo>
                    <a:pt x="6315294" y="0"/>
                    <a:pt x="6323993" y="8699"/>
                    <a:pt x="6323993" y="19430"/>
                  </a:cubicBezTo>
                  <a:lnTo>
                    <a:pt x="6323993" y="2179881"/>
                  </a:lnTo>
                  <a:cubicBezTo>
                    <a:pt x="6323993" y="2185034"/>
                    <a:pt x="6321946" y="2189976"/>
                    <a:pt x="6318303" y="2193620"/>
                  </a:cubicBezTo>
                  <a:cubicBezTo>
                    <a:pt x="6314659" y="2197264"/>
                    <a:pt x="6309717" y="2199311"/>
                    <a:pt x="6304564" y="2199311"/>
                  </a:cubicBezTo>
                  <a:lnTo>
                    <a:pt x="19430" y="2199311"/>
                  </a:lnTo>
                  <a:cubicBezTo>
                    <a:pt x="8699" y="2199311"/>
                    <a:pt x="0" y="2190612"/>
                    <a:pt x="0" y="2179881"/>
                  </a:cubicBezTo>
                  <a:lnTo>
                    <a:pt x="0" y="19430"/>
                  </a:lnTo>
                  <a:cubicBezTo>
                    <a:pt x="0" y="8699"/>
                    <a:pt x="8699" y="0"/>
                    <a:pt x="19430" y="0"/>
                  </a:cubicBezTo>
                  <a:close/>
                </a:path>
              </a:pathLst>
            </a:custGeom>
            <a:solidFill>
              <a:srgbClr val="E6DBCC">
                <a:alpha val="4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323993" cy="2256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691797"/>
            <a:ext cx="7476744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ans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Sistem, kullanıcı sorgularına 3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saniyeden kısa sürede yanıt verebilmeli.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915206"/>
            <a:ext cx="7476744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Kullanılabilirlik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Arayüz basit, anlaşılır ve kullanıcı dostu olmalı.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Kullanıcılar işle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mleri minimum adımda tamamlayabilmeli.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811952"/>
            <a:ext cx="7476744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enişletilebilirlik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Yeni ulaşım servisler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 veya veri kaynakları sisteme kolayca entegre edilebilmeli.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283076" y="3691797"/>
            <a:ext cx="7476744" cy="234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Güvenlik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Kullanıcı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verileri güvenli bir şekilde saklanmalı ve şifreler şifrelenmiş olarak tutulmalı.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 anahtarları ve hassas bilgiler güvenli yöntemlerle yönetilmeli.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283076" y="5915206"/>
            <a:ext cx="7476744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Taşınab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il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irlik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 farklı cihazlarda (mobil, tablet, desktop) sorunsuz çalışabilmeli.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283076" y="7811952"/>
            <a:ext cx="7476744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Gerçek Zamanlı Ve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 Güncel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liği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Fiyat ve süre bilgilerinin sürekli güncel kalması sağlanmalı.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Eski veya geçersiz veriler kullanıcıya sunulmamalı.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57107" y="1759835"/>
            <a:ext cx="16339975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FF9C00"/>
                </a:solidFill>
                <a:latin typeface="Anton"/>
                <a:ea typeface="Anton"/>
                <a:cs typeface="Anton"/>
                <a:sym typeface="Anton"/>
              </a:rPr>
              <a:t>FONKSİYONEL OLMAYAN GEREKSİNİMLER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12997" y="-401685"/>
            <a:ext cx="18600997" cy="3731284"/>
          </a:xfrm>
          <a:custGeom>
            <a:avLst/>
            <a:gdLst/>
            <a:ahLst/>
            <a:cxnLst/>
            <a:rect r="r" b="b" t="t" l="l"/>
            <a:pathLst>
              <a:path h="3731284" w="18600997">
                <a:moveTo>
                  <a:pt x="18600997" y="0"/>
                </a:moveTo>
                <a:lnTo>
                  <a:pt x="0" y="0"/>
                </a:lnTo>
                <a:lnTo>
                  <a:pt x="0" y="3731283"/>
                </a:lnTo>
                <a:lnTo>
                  <a:pt x="18600997" y="3731283"/>
                </a:lnTo>
                <a:lnTo>
                  <a:pt x="18600997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-22607" r="0" b="-149082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799999">
            <a:off x="-596181" y="1120139"/>
            <a:ext cx="19480362" cy="2209460"/>
            <a:chOff x="0" y="0"/>
            <a:chExt cx="5130630" cy="5819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0630" cy="581915"/>
            </a:xfrm>
            <a:custGeom>
              <a:avLst/>
              <a:gdLst/>
              <a:ahLst/>
              <a:cxnLst/>
              <a:rect r="r" b="b" t="t" l="l"/>
              <a:pathLst>
                <a:path h="581915" w="5130630">
                  <a:moveTo>
                    <a:pt x="0" y="0"/>
                  </a:moveTo>
                  <a:lnTo>
                    <a:pt x="5130630" y="0"/>
                  </a:lnTo>
                  <a:lnTo>
                    <a:pt x="5130630" y="581915"/>
                  </a:lnTo>
                  <a:lnTo>
                    <a:pt x="0" y="581915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0630" cy="639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37978" y="2014133"/>
            <a:ext cx="6890196" cy="1130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84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USER STORY’LER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678320" y="3786798"/>
            <a:ext cx="19922792" cy="7144407"/>
            <a:chOff x="0" y="0"/>
            <a:chExt cx="6323993" cy="226781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23993" cy="2267814"/>
            </a:xfrm>
            <a:custGeom>
              <a:avLst/>
              <a:gdLst/>
              <a:ahLst/>
              <a:cxnLst/>
              <a:rect r="r" b="b" t="t" l="l"/>
              <a:pathLst>
                <a:path h="2267814" w="6323993">
                  <a:moveTo>
                    <a:pt x="19430" y="0"/>
                  </a:moveTo>
                  <a:lnTo>
                    <a:pt x="6304564" y="0"/>
                  </a:lnTo>
                  <a:cubicBezTo>
                    <a:pt x="6315294" y="0"/>
                    <a:pt x="6323993" y="8699"/>
                    <a:pt x="6323993" y="19430"/>
                  </a:cubicBezTo>
                  <a:lnTo>
                    <a:pt x="6323993" y="2248384"/>
                  </a:lnTo>
                  <a:cubicBezTo>
                    <a:pt x="6323993" y="2259115"/>
                    <a:pt x="6315294" y="2267814"/>
                    <a:pt x="6304564" y="2267814"/>
                  </a:cubicBezTo>
                  <a:lnTo>
                    <a:pt x="19430" y="2267814"/>
                  </a:lnTo>
                  <a:cubicBezTo>
                    <a:pt x="8699" y="2267814"/>
                    <a:pt x="0" y="2259115"/>
                    <a:pt x="0" y="2248384"/>
                  </a:cubicBezTo>
                  <a:lnTo>
                    <a:pt x="0" y="19430"/>
                  </a:lnTo>
                  <a:cubicBezTo>
                    <a:pt x="0" y="8699"/>
                    <a:pt x="8699" y="0"/>
                    <a:pt x="19430" y="0"/>
                  </a:cubicBezTo>
                  <a:close/>
                </a:path>
              </a:pathLst>
            </a:custGeom>
            <a:solidFill>
              <a:srgbClr val="E6DBCC">
                <a:alpha val="4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323993" cy="2324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4230687"/>
            <a:ext cx="7827801" cy="234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Gerçek Zam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anlı Fiyat ve Süre Takibi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Kullanıcı olarak, f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arklı servislerden gelen anlık fiyat ve süre bilgilerini görebilmek istiyorum, böylece değişen fiyatlar veya gecikmeler hakkında doğru bilgi alabilirim.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913880"/>
            <a:ext cx="7827801" cy="234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Hedef N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okta Belirleme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Kullanıcı olarak, gitmek istediğim adresi sisteme girebilmek istiyorum, böylece mevcut ulaşım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seçeneklerini o noktaya göre görebilirim.</a:t>
            </a:r>
          </a:p>
          <a:p>
            <a:pPr algn="just">
              <a:lnSpc>
                <a:spcPts val="3079"/>
              </a:lnSpc>
            </a:pP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140774" y="1090737"/>
            <a:ext cx="2006453" cy="304172"/>
          </a:xfrm>
          <a:custGeom>
            <a:avLst/>
            <a:gdLst/>
            <a:ahLst/>
            <a:cxnLst/>
            <a:rect r="r" b="b" t="t" l="l"/>
            <a:pathLst>
              <a:path h="304172" w="2006453">
                <a:moveTo>
                  <a:pt x="0" y="0"/>
                </a:moveTo>
                <a:lnTo>
                  <a:pt x="2006452" y="0"/>
                </a:lnTo>
                <a:lnTo>
                  <a:pt x="2006452" y="304172"/>
                </a:lnTo>
                <a:lnTo>
                  <a:pt x="0" y="3041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20745" t="0" r="0" b="-1356137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976690" y="1030733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431499" y="4230687"/>
            <a:ext cx="7827801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laşım Seçeneklerini Karşılaştırma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Kullanıcı olarak; taksi, toplu 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taşıma ve araç paylaşımı fiyat ve sürelerini tek ekranda karşılaştırabilmek istiyorum, böylece en uygun ulaşım seçeneğini hızlıca seçebilirim.</a:t>
            </a:r>
          </a:p>
          <a:p>
            <a:pPr algn="just">
              <a:lnSpc>
                <a:spcPts val="3079"/>
              </a:lnSpc>
            </a:pP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431499" y="6913880"/>
            <a:ext cx="7827801" cy="234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Şehir Bilgilendirme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ve Öneriler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Kullanıcı olarak, hedef nokta çevresindeki gezilecek yerleri ve önemli lokasyonları görebilmek istiyorum, böylece ulaşım planımı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gezilecek yerlere göre optimize edebilirim.</a:t>
            </a:r>
          </a:p>
          <a:p>
            <a:pPr algn="just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17396" y="8529183"/>
            <a:ext cx="19922792" cy="1465320"/>
            <a:chOff x="0" y="0"/>
            <a:chExt cx="6323993" cy="4651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23993" cy="465129"/>
            </a:xfrm>
            <a:custGeom>
              <a:avLst/>
              <a:gdLst/>
              <a:ahLst/>
              <a:cxnLst/>
              <a:rect r="r" b="b" t="t" l="l"/>
              <a:pathLst>
                <a:path h="465129" w="6323993">
                  <a:moveTo>
                    <a:pt x="19430" y="0"/>
                  </a:moveTo>
                  <a:lnTo>
                    <a:pt x="6304564" y="0"/>
                  </a:lnTo>
                  <a:cubicBezTo>
                    <a:pt x="6315294" y="0"/>
                    <a:pt x="6323993" y="8699"/>
                    <a:pt x="6323993" y="19430"/>
                  </a:cubicBezTo>
                  <a:lnTo>
                    <a:pt x="6323993" y="445699"/>
                  </a:lnTo>
                  <a:cubicBezTo>
                    <a:pt x="6323993" y="450853"/>
                    <a:pt x="6321946" y="455795"/>
                    <a:pt x="6318303" y="459438"/>
                  </a:cubicBezTo>
                  <a:cubicBezTo>
                    <a:pt x="6314659" y="463082"/>
                    <a:pt x="6309717" y="465129"/>
                    <a:pt x="6304564" y="465129"/>
                  </a:cubicBezTo>
                  <a:lnTo>
                    <a:pt x="19430" y="465129"/>
                  </a:lnTo>
                  <a:cubicBezTo>
                    <a:pt x="8699" y="465129"/>
                    <a:pt x="0" y="456430"/>
                    <a:pt x="0" y="445699"/>
                  </a:cubicBezTo>
                  <a:lnTo>
                    <a:pt x="0" y="19430"/>
                  </a:lnTo>
                  <a:cubicBezTo>
                    <a:pt x="0" y="8699"/>
                    <a:pt x="8699" y="0"/>
                    <a:pt x="19430" y="0"/>
                  </a:cubicBezTo>
                  <a:close/>
                </a:path>
              </a:pathLst>
            </a:custGeom>
            <a:solidFill>
              <a:srgbClr val="E6DBCC">
                <a:alpha val="4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323993" cy="5222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84707" y="9921366"/>
            <a:ext cx="20221968" cy="731268"/>
            <a:chOff x="0" y="0"/>
            <a:chExt cx="6418959" cy="232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18959" cy="232123"/>
            </a:xfrm>
            <a:custGeom>
              <a:avLst/>
              <a:gdLst/>
              <a:ahLst/>
              <a:cxnLst/>
              <a:rect r="r" b="b" t="t" l="l"/>
              <a:pathLst>
                <a:path h="232123" w="6418959">
                  <a:moveTo>
                    <a:pt x="6891" y="0"/>
                  </a:moveTo>
                  <a:lnTo>
                    <a:pt x="6412068" y="0"/>
                  </a:lnTo>
                  <a:cubicBezTo>
                    <a:pt x="6413895" y="0"/>
                    <a:pt x="6415648" y="726"/>
                    <a:pt x="6416940" y="2018"/>
                  </a:cubicBezTo>
                  <a:cubicBezTo>
                    <a:pt x="6418233" y="3311"/>
                    <a:pt x="6418959" y="5064"/>
                    <a:pt x="6418959" y="6891"/>
                  </a:cubicBezTo>
                  <a:lnTo>
                    <a:pt x="6418959" y="225232"/>
                  </a:lnTo>
                  <a:cubicBezTo>
                    <a:pt x="6418959" y="227059"/>
                    <a:pt x="6418233" y="228812"/>
                    <a:pt x="6416940" y="230104"/>
                  </a:cubicBezTo>
                  <a:cubicBezTo>
                    <a:pt x="6415648" y="231397"/>
                    <a:pt x="6413895" y="232123"/>
                    <a:pt x="6412068" y="232123"/>
                  </a:cubicBezTo>
                  <a:lnTo>
                    <a:pt x="6891" y="232123"/>
                  </a:lnTo>
                  <a:cubicBezTo>
                    <a:pt x="5064" y="232123"/>
                    <a:pt x="3311" y="231397"/>
                    <a:pt x="2018" y="230104"/>
                  </a:cubicBezTo>
                  <a:cubicBezTo>
                    <a:pt x="726" y="228812"/>
                    <a:pt x="0" y="227059"/>
                    <a:pt x="0" y="225232"/>
                  </a:cubicBezTo>
                  <a:lnTo>
                    <a:pt x="0" y="6891"/>
                  </a:lnTo>
                  <a:cubicBezTo>
                    <a:pt x="0" y="5064"/>
                    <a:pt x="726" y="3311"/>
                    <a:pt x="2018" y="2018"/>
                  </a:cubicBezTo>
                  <a:cubicBezTo>
                    <a:pt x="3311" y="726"/>
                    <a:pt x="5064" y="0"/>
                    <a:pt x="68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418959" cy="289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-312997" y="-401685"/>
            <a:ext cx="18600997" cy="5254846"/>
          </a:xfrm>
          <a:custGeom>
            <a:avLst/>
            <a:gdLst/>
            <a:ahLst/>
            <a:cxnLst/>
            <a:rect r="r" b="b" t="t" l="l"/>
            <a:pathLst>
              <a:path h="5254846" w="18600997">
                <a:moveTo>
                  <a:pt x="18600997" y="0"/>
                </a:moveTo>
                <a:lnTo>
                  <a:pt x="0" y="0"/>
                </a:lnTo>
                <a:lnTo>
                  <a:pt x="0" y="5254846"/>
                </a:lnTo>
                <a:lnTo>
                  <a:pt x="18600997" y="5254846"/>
                </a:lnTo>
                <a:lnTo>
                  <a:pt x="18600997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-4583" t="0" r="-15714" b="-132077"/>
            </a:stretch>
          </a:blipFill>
        </p:spPr>
      </p:sp>
      <p:grpSp>
        <p:nvGrpSpPr>
          <p:cNvPr name="Group 9" id="9"/>
          <p:cNvGrpSpPr/>
          <p:nvPr/>
        </p:nvGrpSpPr>
        <p:grpSpPr>
          <a:xfrm rot="10799999">
            <a:off x="-596181" y="1910691"/>
            <a:ext cx="19480362" cy="2942470"/>
            <a:chOff x="0" y="0"/>
            <a:chExt cx="5130630" cy="7749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30630" cy="774971"/>
            </a:xfrm>
            <a:custGeom>
              <a:avLst/>
              <a:gdLst/>
              <a:ahLst/>
              <a:cxnLst/>
              <a:rect r="r" b="b" t="t" l="l"/>
              <a:pathLst>
                <a:path h="774971" w="5130630">
                  <a:moveTo>
                    <a:pt x="0" y="0"/>
                  </a:moveTo>
                  <a:lnTo>
                    <a:pt x="5130630" y="0"/>
                  </a:lnTo>
                  <a:lnTo>
                    <a:pt x="5130630" y="774971"/>
                  </a:lnTo>
                  <a:lnTo>
                    <a:pt x="0" y="77497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5130630" cy="832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052425"/>
            <a:ext cx="12533258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KULLANILACAK TEKNOLOJİLER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16976690" y="1030733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3560551"/>
            <a:ext cx="7112074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rontend: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React.js ve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Tailwind CSS ile kullanıcı dostu, hızlı ve modern bir arayüz geliştirilecektir.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140774" y="1090737"/>
            <a:ext cx="2006453" cy="304172"/>
          </a:xfrm>
          <a:custGeom>
            <a:avLst/>
            <a:gdLst/>
            <a:ahLst/>
            <a:cxnLst/>
            <a:rect r="r" b="b" t="t" l="l"/>
            <a:pathLst>
              <a:path h="304172" w="2006453">
                <a:moveTo>
                  <a:pt x="0" y="0"/>
                </a:moveTo>
                <a:lnTo>
                  <a:pt x="2006452" y="0"/>
                </a:lnTo>
                <a:lnTo>
                  <a:pt x="2006452" y="304172"/>
                </a:lnTo>
                <a:lnTo>
                  <a:pt x="0" y="3041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20745" t="0" r="0" b="-135613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5909416"/>
            <a:ext cx="7112074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end &amp; API Entegrasyonu: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Node.js ve Express.js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tabanlı backend, farklı ulaşım servislerinden (Uber, Bolt, Ulusal Akıllı Şehir Açık Veri Platformu) ve harita bilgilerinden (Google Maps API) gerçek zamanlı veri çekilmesini sağlayacaktır.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4840062" y="9095740"/>
            <a:ext cx="2419238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005921" y="3560551"/>
            <a:ext cx="7112074" cy="210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ritabanı: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MongoDB, taksi ve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araç paylaşımı verilerinin hızlı takibi için; PostgreSQL ise toplu taşıma verilerinin saklanması ve yönetimi için kullanılacaktır.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64616" y="5909416"/>
            <a:ext cx="7112074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Araçla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ve Dağıtım:</a:t>
            </a:r>
          </a:p>
          <a:p>
            <a:pPr algn="just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Postman ile API testleri, GitHub ile versiyon kontrolü ve Docker ile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taşınabilir bir geliştirme ortamı sağlanacaktır. Frontend Vercel, backend ise Render veya Railway üzerinden deploy edilecektir.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0799999">
            <a:off x="-596181" y="1910691"/>
            <a:ext cx="19480362" cy="2942470"/>
            <a:chOff x="0" y="0"/>
            <a:chExt cx="5130630" cy="7749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0630" cy="774971"/>
            </a:xfrm>
            <a:custGeom>
              <a:avLst/>
              <a:gdLst/>
              <a:ahLst/>
              <a:cxnLst/>
              <a:rect r="r" b="b" t="t" l="l"/>
              <a:pathLst>
                <a:path h="774971" w="5130630">
                  <a:moveTo>
                    <a:pt x="0" y="0"/>
                  </a:moveTo>
                  <a:lnTo>
                    <a:pt x="5130630" y="0"/>
                  </a:lnTo>
                  <a:lnTo>
                    <a:pt x="5130630" y="774971"/>
                  </a:lnTo>
                  <a:lnTo>
                    <a:pt x="0" y="77497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30630" cy="832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6976690" y="1030733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03671" y="1454913"/>
            <a:ext cx="11525589" cy="8639846"/>
          </a:xfrm>
          <a:custGeom>
            <a:avLst/>
            <a:gdLst/>
            <a:ahLst/>
            <a:cxnLst/>
            <a:rect r="r" b="b" t="t" l="l"/>
            <a:pathLst>
              <a:path h="8639846" w="11525589">
                <a:moveTo>
                  <a:pt x="0" y="0"/>
                </a:moveTo>
                <a:lnTo>
                  <a:pt x="11525589" y="0"/>
                </a:lnTo>
                <a:lnTo>
                  <a:pt x="11525589" y="8639846"/>
                </a:lnTo>
                <a:lnTo>
                  <a:pt x="0" y="8639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49072" y="394462"/>
            <a:ext cx="6834787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GANTT DIYAGRAMI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84707" y="9921366"/>
            <a:ext cx="20221968" cy="731268"/>
            <a:chOff x="0" y="0"/>
            <a:chExt cx="6418959" cy="232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18959" cy="232123"/>
            </a:xfrm>
            <a:custGeom>
              <a:avLst/>
              <a:gdLst/>
              <a:ahLst/>
              <a:cxnLst/>
              <a:rect r="r" b="b" t="t" l="l"/>
              <a:pathLst>
                <a:path h="232123" w="6418959">
                  <a:moveTo>
                    <a:pt x="6891" y="0"/>
                  </a:moveTo>
                  <a:lnTo>
                    <a:pt x="6412068" y="0"/>
                  </a:lnTo>
                  <a:cubicBezTo>
                    <a:pt x="6413895" y="0"/>
                    <a:pt x="6415648" y="726"/>
                    <a:pt x="6416940" y="2018"/>
                  </a:cubicBezTo>
                  <a:cubicBezTo>
                    <a:pt x="6418233" y="3311"/>
                    <a:pt x="6418959" y="5064"/>
                    <a:pt x="6418959" y="6891"/>
                  </a:cubicBezTo>
                  <a:lnTo>
                    <a:pt x="6418959" y="225232"/>
                  </a:lnTo>
                  <a:cubicBezTo>
                    <a:pt x="6418959" y="227059"/>
                    <a:pt x="6418233" y="228812"/>
                    <a:pt x="6416940" y="230104"/>
                  </a:cubicBezTo>
                  <a:cubicBezTo>
                    <a:pt x="6415648" y="231397"/>
                    <a:pt x="6413895" y="232123"/>
                    <a:pt x="6412068" y="232123"/>
                  </a:cubicBezTo>
                  <a:lnTo>
                    <a:pt x="6891" y="232123"/>
                  </a:lnTo>
                  <a:cubicBezTo>
                    <a:pt x="5064" y="232123"/>
                    <a:pt x="3311" y="231397"/>
                    <a:pt x="2018" y="230104"/>
                  </a:cubicBezTo>
                  <a:cubicBezTo>
                    <a:pt x="726" y="228812"/>
                    <a:pt x="0" y="227059"/>
                    <a:pt x="0" y="225232"/>
                  </a:cubicBezTo>
                  <a:lnTo>
                    <a:pt x="0" y="6891"/>
                  </a:lnTo>
                  <a:cubicBezTo>
                    <a:pt x="0" y="5064"/>
                    <a:pt x="726" y="3311"/>
                    <a:pt x="2018" y="2018"/>
                  </a:cubicBezTo>
                  <a:cubicBezTo>
                    <a:pt x="3311" y="726"/>
                    <a:pt x="5064" y="0"/>
                    <a:pt x="68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418959" cy="289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0799999">
            <a:off x="-596181" y="1910691"/>
            <a:ext cx="19480362" cy="2942470"/>
            <a:chOff x="0" y="0"/>
            <a:chExt cx="5130630" cy="7749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30630" cy="774971"/>
            </a:xfrm>
            <a:custGeom>
              <a:avLst/>
              <a:gdLst/>
              <a:ahLst/>
              <a:cxnLst/>
              <a:rect r="r" b="b" t="t" l="l"/>
              <a:pathLst>
                <a:path h="774971" w="5130630">
                  <a:moveTo>
                    <a:pt x="0" y="0"/>
                  </a:moveTo>
                  <a:lnTo>
                    <a:pt x="5130630" y="0"/>
                  </a:lnTo>
                  <a:lnTo>
                    <a:pt x="5130630" y="774971"/>
                  </a:lnTo>
                  <a:lnTo>
                    <a:pt x="0" y="77497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130630" cy="832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6976690" y="1030733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9950" y="2411782"/>
            <a:ext cx="17688100" cy="7008493"/>
          </a:xfrm>
          <a:custGeom>
            <a:avLst/>
            <a:gdLst/>
            <a:ahLst/>
            <a:cxnLst/>
            <a:rect r="r" b="b" t="t" l="l"/>
            <a:pathLst>
              <a:path h="7008493" w="17688100">
                <a:moveTo>
                  <a:pt x="0" y="0"/>
                </a:moveTo>
                <a:lnTo>
                  <a:pt x="17688100" y="0"/>
                </a:lnTo>
                <a:lnTo>
                  <a:pt x="17688100" y="7008493"/>
                </a:lnTo>
                <a:lnTo>
                  <a:pt x="0" y="70084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27091" y="850241"/>
            <a:ext cx="8233819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FF9C00"/>
                </a:solidFill>
                <a:latin typeface="Anton"/>
                <a:ea typeface="Anton"/>
                <a:cs typeface="Anton"/>
                <a:sym typeface="Anton"/>
              </a:rPr>
              <a:t>USE-CASE DIYAGRAMI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84707" y="9921366"/>
            <a:ext cx="20221968" cy="731268"/>
            <a:chOff x="0" y="0"/>
            <a:chExt cx="6418959" cy="232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18959" cy="232123"/>
            </a:xfrm>
            <a:custGeom>
              <a:avLst/>
              <a:gdLst/>
              <a:ahLst/>
              <a:cxnLst/>
              <a:rect r="r" b="b" t="t" l="l"/>
              <a:pathLst>
                <a:path h="232123" w="6418959">
                  <a:moveTo>
                    <a:pt x="6891" y="0"/>
                  </a:moveTo>
                  <a:lnTo>
                    <a:pt x="6412068" y="0"/>
                  </a:lnTo>
                  <a:cubicBezTo>
                    <a:pt x="6413895" y="0"/>
                    <a:pt x="6415648" y="726"/>
                    <a:pt x="6416940" y="2018"/>
                  </a:cubicBezTo>
                  <a:cubicBezTo>
                    <a:pt x="6418233" y="3311"/>
                    <a:pt x="6418959" y="5064"/>
                    <a:pt x="6418959" y="6891"/>
                  </a:cubicBezTo>
                  <a:lnTo>
                    <a:pt x="6418959" y="225232"/>
                  </a:lnTo>
                  <a:cubicBezTo>
                    <a:pt x="6418959" y="227059"/>
                    <a:pt x="6418233" y="228812"/>
                    <a:pt x="6416940" y="230104"/>
                  </a:cubicBezTo>
                  <a:cubicBezTo>
                    <a:pt x="6415648" y="231397"/>
                    <a:pt x="6413895" y="232123"/>
                    <a:pt x="6412068" y="232123"/>
                  </a:cubicBezTo>
                  <a:lnTo>
                    <a:pt x="6891" y="232123"/>
                  </a:lnTo>
                  <a:cubicBezTo>
                    <a:pt x="5064" y="232123"/>
                    <a:pt x="3311" y="231397"/>
                    <a:pt x="2018" y="230104"/>
                  </a:cubicBezTo>
                  <a:cubicBezTo>
                    <a:pt x="726" y="228812"/>
                    <a:pt x="0" y="227059"/>
                    <a:pt x="0" y="225232"/>
                  </a:cubicBezTo>
                  <a:lnTo>
                    <a:pt x="0" y="6891"/>
                  </a:lnTo>
                  <a:cubicBezTo>
                    <a:pt x="0" y="5064"/>
                    <a:pt x="726" y="3311"/>
                    <a:pt x="2018" y="2018"/>
                  </a:cubicBezTo>
                  <a:cubicBezTo>
                    <a:pt x="3311" y="726"/>
                    <a:pt x="5064" y="0"/>
                    <a:pt x="689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418959" cy="289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10799999">
            <a:off x="-596181" y="1910691"/>
            <a:ext cx="19480362" cy="2942470"/>
            <a:chOff x="0" y="0"/>
            <a:chExt cx="5130630" cy="7749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30630" cy="774971"/>
            </a:xfrm>
            <a:custGeom>
              <a:avLst/>
              <a:gdLst/>
              <a:ahLst/>
              <a:cxnLst/>
              <a:rect r="r" b="b" t="t" l="l"/>
              <a:pathLst>
                <a:path h="774971" w="5130630">
                  <a:moveTo>
                    <a:pt x="0" y="0"/>
                  </a:moveTo>
                  <a:lnTo>
                    <a:pt x="5130630" y="0"/>
                  </a:lnTo>
                  <a:lnTo>
                    <a:pt x="5130630" y="774971"/>
                  </a:lnTo>
                  <a:lnTo>
                    <a:pt x="0" y="77497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130630" cy="832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6976690" y="1030733"/>
            <a:ext cx="282610" cy="424180"/>
          </a:xfrm>
          <a:custGeom>
            <a:avLst/>
            <a:gdLst/>
            <a:ahLst/>
            <a:cxnLst/>
            <a:rect r="r" b="b" t="t" l="l"/>
            <a:pathLst>
              <a:path h="424180" w="282610">
                <a:moveTo>
                  <a:pt x="282610" y="0"/>
                </a:moveTo>
                <a:lnTo>
                  <a:pt x="0" y="0"/>
                </a:lnTo>
                <a:lnTo>
                  <a:pt x="0" y="424180"/>
                </a:lnTo>
                <a:lnTo>
                  <a:pt x="282610" y="424180"/>
                </a:lnTo>
                <a:lnTo>
                  <a:pt x="2826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2565308"/>
            <a:ext cx="15814612" cy="6701442"/>
          </a:xfrm>
          <a:custGeom>
            <a:avLst/>
            <a:gdLst/>
            <a:ahLst/>
            <a:cxnLst/>
            <a:rect r="r" b="b" t="t" l="l"/>
            <a:pathLst>
              <a:path h="6701442" w="15814612">
                <a:moveTo>
                  <a:pt x="0" y="0"/>
                </a:moveTo>
                <a:lnTo>
                  <a:pt x="15814612" y="0"/>
                </a:lnTo>
                <a:lnTo>
                  <a:pt x="15814612" y="6701442"/>
                </a:lnTo>
                <a:lnTo>
                  <a:pt x="0" y="6701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85458" y="1000888"/>
            <a:ext cx="6917083" cy="106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CLASS DIYAGRAMI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-1513246" y="-304924"/>
            <a:ext cx="10935766" cy="10896847"/>
            <a:chOff x="0" y="0"/>
            <a:chExt cx="2880202" cy="28699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80202" cy="2869952"/>
            </a:xfrm>
            <a:custGeom>
              <a:avLst/>
              <a:gdLst/>
              <a:ahLst/>
              <a:cxnLst/>
              <a:rect r="r" b="b" t="t" l="l"/>
              <a:pathLst>
                <a:path h="2869952" w="2880202">
                  <a:moveTo>
                    <a:pt x="0" y="0"/>
                  </a:moveTo>
                  <a:lnTo>
                    <a:pt x="2880202" y="0"/>
                  </a:lnTo>
                  <a:lnTo>
                    <a:pt x="2880202" y="2869952"/>
                  </a:lnTo>
                  <a:lnTo>
                    <a:pt x="0" y="2869952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880202" cy="2927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399999">
            <a:off x="9320785" y="465034"/>
            <a:ext cx="10935766" cy="8708166"/>
            <a:chOff x="0" y="0"/>
            <a:chExt cx="2880202" cy="22935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80202" cy="2293509"/>
            </a:xfrm>
            <a:custGeom>
              <a:avLst/>
              <a:gdLst/>
              <a:ahLst/>
              <a:cxnLst/>
              <a:rect r="r" b="b" t="t" l="l"/>
              <a:pathLst>
                <a:path h="2293509" w="2880202">
                  <a:moveTo>
                    <a:pt x="0" y="0"/>
                  </a:moveTo>
                  <a:lnTo>
                    <a:pt x="2880202" y="0"/>
                  </a:lnTo>
                  <a:lnTo>
                    <a:pt x="2880202" y="2293509"/>
                  </a:lnTo>
                  <a:lnTo>
                    <a:pt x="0" y="2293509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880202" cy="2350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34585" y="2481753"/>
            <a:ext cx="6824715" cy="6776547"/>
            <a:chOff x="0" y="0"/>
            <a:chExt cx="1041260" cy="10339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1260" cy="1033911"/>
            </a:xfrm>
            <a:custGeom>
              <a:avLst/>
              <a:gdLst/>
              <a:ahLst/>
              <a:cxnLst/>
              <a:rect r="r" b="b" t="t" l="l"/>
              <a:pathLst>
                <a:path h="1033911" w="1041260">
                  <a:moveTo>
                    <a:pt x="22688" y="0"/>
                  </a:moveTo>
                  <a:lnTo>
                    <a:pt x="1018572" y="0"/>
                  </a:lnTo>
                  <a:cubicBezTo>
                    <a:pt x="1024589" y="0"/>
                    <a:pt x="1030360" y="2390"/>
                    <a:pt x="1034615" y="6645"/>
                  </a:cubicBezTo>
                  <a:cubicBezTo>
                    <a:pt x="1038869" y="10900"/>
                    <a:pt x="1041260" y="16671"/>
                    <a:pt x="1041260" y="22688"/>
                  </a:cubicBezTo>
                  <a:lnTo>
                    <a:pt x="1041260" y="1011223"/>
                  </a:lnTo>
                  <a:cubicBezTo>
                    <a:pt x="1041260" y="1017240"/>
                    <a:pt x="1038869" y="1023011"/>
                    <a:pt x="1034615" y="1027266"/>
                  </a:cubicBezTo>
                  <a:cubicBezTo>
                    <a:pt x="1030360" y="1031520"/>
                    <a:pt x="1024589" y="1033911"/>
                    <a:pt x="1018572" y="1033911"/>
                  </a:cubicBezTo>
                  <a:lnTo>
                    <a:pt x="22688" y="1033911"/>
                  </a:lnTo>
                  <a:cubicBezTo>
                    <a:pt x="16671" y="1033911"/>
                    <a:pt x="10900" y="1031520"/>
                    <a:pt x="6645" y="1027266"/>
                  </a:cubicBezTo>
                  <a:cubicBezTo>
                    <a:pt x="2390" y="1023011"/>
                    <a:pt x="0" y="1017240"/>
                    <a:pt x="0" y="1011223"/>
                  </a:cubicBezTo>
                  <a:lnTo>
                    <a:pt x="0" y="22688"/>
                  </a:lnTo>
                  <a:cubicBezTo>
                    <a:pt x="0" y="16671"/>
                    <a:pt x="2390" y="10900"/>
                    <a:pt x="6645" y="6645"/>
                  </a:cubicBezTo>
                  <a:cubicBezTo>
                    <a:pt x="10900" y="2390"/>
                    <a:pt x="16671" y="0"/>
                    <a:pt x="22688" y="0"/>
                  </a:cubicBezTo>
                  <a:close/>
                </a:path>
              </a:pathLst>
            </a:custGeom>
            <a:blipFill>
              <a:blip r:embed="rId3"/>
              <a:stretch>
                <a:fillRect l="-20924" t="0" r="-20924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415896" y="5456665"/>
            <a:ext cx="9220575" cy="2539687"/>
            <a:chOff x="0" y="0"/>
            <a:chExt cx="2926842" cy="806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6842" cy="806160"/>
            </a:xfrm>
            <a:custGeom>
              <a:avLst/>
              <a:gdLst/>
              <a:ahLst/>
              <a:cxnLst/>
              <a:rect r="r" b="b" t="t" l="l"/>
              <a:pathLst>
                <a:path h="806160" w="2926842">
                  <a:moveTo>
                    <a:pt x="15113" y="0"/>
                  </a:moveTo>
                  <a:lnTo>
                    <a:pt x="2911728" y="0"/>
                  </a:lnTo>
                  <a:cubicBezTo>
                    <a:pt x="2915736" y="0"/>
                    <a:pt x="2919581" y="1592"/>
                    <a:pt x="2922415" y="4427"/>
                  </a:cubicBezTo>
                  <a:cubicBezTo>
                    <a:pt x="2925249" y="7261"/>
                    <a:pt x="2926842" y="11105"/>
                    <a:pt x="2926842" y="15113"/>
                  </a:cubicBezTo>
                  <a:lnTo>
                    <a:pt x="2926842" y="791047"/>
                  </a:lnTo>
                  <a:cubicBezTo>
                    <a:pt x="2926842" y="799394"/>
                    <a:pt x="2920075" y="806160"/>
                    <a:pt x="2911728" y="806160"/>
                  </a:cubicBezTo>
                  <a:lnTo>
                    <a:pt x="15113" y="806160"/>
                  </a:lnTo>
                  <a:cubicBezTo>
                    <a:pt x="6767" y="806160"/>
                    <a:pt x="0" y="799394"/>
                    <a:pt x="0" y="791047"/>
                  </a:cubicBezTo>
                  <a:lnTo>
                    <a:pt x="0" y="15113"/>
                  </a:lnTo>
                  <a:cubicBezTo>
                    <a:pt x="0" y="6767"/>
                    <a:pt x="6767" y="0"/>
                    <a:pt x="15113" y="0"/>
                  </a:cubicBezTo>
                  <a:close/>
                </a:path>
              </a:pathLst>
            </a:custGeom>
            <a:solidFill>
              <a:srgbClr val="FF9C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926842" cy="863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399999">
            <a:off x="12318892" y="4317892"/>
            <a:ext cx="7276089" cy="2604728"/>
            <a:chOff x="0" y="0"/>
            <a:chExt cx="1916336" cy="6860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16336" cy="686019"/>
            </a:xfrm>
            <a:custGeom>
              <a:avLst/>
              <a:gdLst/>
              <a:ahLst/>
              <a:cxnLst/>
              <a:rect r="r" b="b" t="t" l="l"/>
              <a:pathLst>
                <a:path h="686019" w="1916336">
                  <a:moveTo>
                    <a:pt x="0" y="0"/>
                  </a:moveTo>
                  <a:lnTo>
                    <a:pt x="1916336" y="0"/>
                  </a:lnTo>
                  <a:lnTo>
                    <a:pt x="1916336" y="686019"/>
                  </a:lnTo>
                  <a:lnTo>
                    <a:pt x="0" y="686019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916336" cy="743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88713" y="2754064"/>
            <a:ext cx="9858513" cy="206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63"/>
              </a:lnSpc>
            </a:pPr>
            <a:r>
              <a:rPr lang="en-US" sz="1546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TEŞEKKÜRLER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5497814"/>
            <a:ext cx="7235347" cy="281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spc="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Berat EROL - Scrum Master</a:t>
            </a:r>
          </a:p>
          <a:p>
            <a:pPr algn="l">
              <a:lnSpc>
                <a:spcPts val="4480"/>
              </a:lnSpc>
            </a:pPr>
            <a:r>
              <a:rPr lang="en-US" sz="3200" spc="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Ahmet DEMİR - Backend</a:t>
            </a:r>
          </a:p>
          <a:p>
            <a:pPr algn="l">
              <a:lnSpc>
                <a:spcPts val="4480"/>
              </a:lnSpc>
            </a:pPr>
            <a:r>
              <a:rPr lang="en-US" sz="3200" spc="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Mustafa Eren EKİZ - Frontend</a:t>
            </a:r>
          </a:p>
          <a:p>
            <a:pPr algn="l">
              <a:lnSpc>
                <a:spcPts val="4480"/>
              </a:lnSpc>
            </a:pPr>
            <a:r>
              <a:rPr lang="en-US" sz="3200" spc="9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Ahmet Emir ÇETİN - Veri Tabanı</a:t>
            </a: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DAG1psZYoeQ</dc:identifier>
  <dcterms:modified xsi:type="dcterms:W3CDTF">2011-08-01T06:04:30Z</dcterms:modified>
  <cp:revision>1</cp:revision>
  <dc:title>Gerçek Zamanlı Akıllı Ulaşım Karşılaştırma Platformu</dc:title>
</cp:coreProperties>
</file>